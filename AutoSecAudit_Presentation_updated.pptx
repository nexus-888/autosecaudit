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Languages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3.x</a:t>
            </a:r>
          </a:p>
          <a:p>
            <a:pPr/>
            <a:r>
              <a:t>python-pptx</a:t>
            </a:r>
          </a:p>
          <a:p>
            <a:pPr/>
            <a:r>
              <a:t>Nikto, Nmap (plugins)</a:t>
            </a:r>
          </a:p>
          <a:p>
            <a:pPr/>
            <a:r>
              <a:t>Flask (UI)</a:t>
            </a:r>
          </a:p>
          <a:p>
            <a:pPr/>
            <a:r>
              <a:t>Jinja2 (reports)</a:t>
            </a:r>
          </a:p>
          <a:p>
            <a:pPr/>
            <a:r>
              <a:t>Docker, Docker Compose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engine: core/engine.py</a:t>
            </a:r>
          </a:p>
          <a:p>
            <a:pPr/>
            <a:r>
              <a:t>Plugins: plugins/ (nikto, nmap)</a:t>
            </a:r>
          </a:p>
          <a:p>
            <a:pPr/>
            <a:r>
              <a:t>Intelligence modules: intelligence/</a:t>
            </a:r>
          </a:p>
          <a:p>
            <a:pPr/>
            <a:r>
              <a:t>Reports: reports/generator.py</a:t>
            </a:r>
          </a:p>
          <a:p>
            <a:pPr/>
            <a:r>
              <a:t>Web UI: ui/app.py</a:t>
            </a:r>
          </a:p>
          <a:p>
            <a:pPr/>
            <a:r>
              <a:t>Data: data/ (JSON)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Modular plugin architecture</a:t>
            </a:r>
          </a:p>
          <a:p>
            <a:pPr/>
            <a:r>
              <a:t>Extensible intelligence modules</a:t>
            </a:r>
          </a:p>
          <a:p>
            <a:pPr/>
            <a:r>
              <a:t>Automated report generation</a:t>
            </a:r>
          </a:p>
          <a:p>
            <a:pPr/>
            <a:r>
              <a:t>Next steps: add scanners, CI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